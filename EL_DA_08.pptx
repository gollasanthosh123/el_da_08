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962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455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650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53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279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56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8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257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28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955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441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9341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1524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9339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18541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437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093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Superstore Sales Insights (Power BI Dashboard)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Key Insights:</a:t>
            </a:r>
          </a:p>
          <a:p>
            <a:endParaRPr b="1" dirty="0"/>
          </a:p>
          <a:p>
            <a:r>
              <a:rPr b="1" dirty="0"/>
              <a:t>1. Technology leads the way, contributing 70.71% of total sales—making it the top-performing category.</a:t>
            </a:r>
          </a:p>
          <a:p>
            <a:r>
              <a:rPr b="1" dirty="0"/>
              <a:t>2. South region outperforms others in terms of sales, followed by West and East.</a:t>
            </a:r>
          </a:p>
          <a:p>
            <a:r>
              <a:rPr b="1" dirty="0"/>
              <a:t>3. Sales peaked in April, showing seasonal demand fluctuations across the months.</a:t>
            </a:r>
          </a:p>
          <a:p>
            <a:r>
              <a:rPr b="1" dirty="0"/>
              <a:t>4. The average sale value is ₹635, with the highest single sale being ₹2,000.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</TotalTime>
  <Words>82</Words>
  <Application>Microsoft Office PowerPoint</Application>
  <PresentationFormat>On-screen Show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Superstore Sales Insights (Power BI Dashboard)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GOLLA SANTHOSH</dc:creator>
  <cp:keywords/>
  <dc:description>generated using python-pptx</dc:description>
  <cp:lastModifiedBy>GOLLA SANTHOSH</cp:lastModifiedBy>
  <cp:revision>2</cp:revision>
  <dcterms:created xsi:type="dcterms:W3CDTF">2013-01-27T09:14:16Z</dcterms:created>
  <dcterms:modified xsi:type="dcterms:W3CDTF">2025-05-02T06:24:56Z</dcterms:modified>
  <cp:category/>
</cp:coreProperties>
</file>